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</a:defRPr>
            </a:pPr>
            <a:r>
              <a:t>KENALAN DENGAN ERP &amp; EIS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Rahasia Cara Kerja Perusahaan Modern Tanpa Bikin Pusing!</a:t>
            </a:r>
          </a:p>
          <a:p>
            <a:br/>
            <a:pPr algn="ctr">
              <a:defRPr sz="1800">
                <a:solidFill>
                  <a:srgbClr val="38BDF8"/>
                </a:solidFill>
              </a:defRPr>
            </a:pPr>
            <a:r>
              <a:t>Studi Kasus Santai: Bisnis Pabrik Garam Madura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9E0B"/>
                </a:solidFill>
              </a:defRPr>
            </a:pPr>
            <a:r>
              <a:t>Bayangkan Dulu: Pabrik Garam Tanpa Sistem Komputer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B7185"/>
                </a:solidFill>
              </a:defRPr>
            </a:pPr>
            <a:br/>
            <a:r>
              <a:t>❌ Sales Terima Order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Sales bilang ke pembeli: 'Bisa kirim 100 sak garam besok!' Padahal belum ngecek ke gudang sama sekali.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B7185"/>
                </a:solidFill>
              </a:defRPr>
            </a:pPr>
            <a:br/>
            <a:r>
              <a:t>❌ Gudang Panik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Orang gudang kaget: 'Stok kita sisa 5 sak! Kenapa asal terima pesanan tanpa konfirmasi dulu?!'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B7185"/>
                </a:solidFill>
              </a:defRPr>
            </a:pPr>
            <a:br/>
            <a:r>
              <a:t>❌ Keuangan Pusing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Bagian keuangan bingung: 'Siapa aja yang udah bayar? Catatan di buku nota hilang ketumpahan kopi!'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9E0B"/>
                </a:solidFill>
              </a:defRPr>
            </a:pPr>
            <a:r>
              <a:t>Solusi Masalah Ini Adalah: ERP!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ERP = Enterprise Resource Planning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Sederhananya: SATU aplikasi terpusat di mana SEMUA bagian (Sales, Gudang, Pabrik, Kasir) bekerja di tempat yang sama. Tidak ada lagi catat-catat manual yang terpisah!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329184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✨ 1. Sales Klik Order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Stok di gudang otomatis terkunci (di-booking) agar tidak dijual ke orang lain.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3840480"/>
            <a:ext cx="329184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✨ 2. Gudang Tahu Otomatis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Sistem memberi tahu staf gudang untuk menyiapkan kemasan garam.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3840480"/>
            <a:ext cx="329184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✨ 3. Surat Jalan &amp; Faktur Otomatis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Saat truk jalan, faktur penagihan otomatis terbit ke bagian Finance.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9E0B"/>
                </a:solidFill>
              </a:defRPr>
            </a:pPr>
            <a:r>
              <a:t>Kalau ERP Sudah Ada, Kenapa Butuh EIS?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EIS = Executive Information System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Bos / Direktur TIDAK punya waktu memeriksa 1.000 nota belanja satu per satu!</a:t>
            </a:r>
            <a:br/>
            <a:r>
              <a:t>EIS adalah Dashboard pintar di HP/Laptop Bos yang merangkum jutaan data transaksi ERP menjadi angka dan grafik ringkas dalam 5 detik.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237744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💰 Total Pendapatan</a:t>
            </a:r>
          </a:p>
          <a:p>
            <a:br/>
            <a:pPr>
              <a:defRPr sz="2000" b="1">
                <a:solidFill>
                  <a:srgbClr val="F59E0B"/>
                </a:solidFill>
              </a:defRPr>
            </a:pPr>
            <a:r>
              <a:t>Rp 2,45 Miliar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Kas yang sudah lunas bulan 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3840480"/>
            <a:ext cx="237744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⚠️ Piutang Tertunggak</a:t>
            </a:r>
          </a:p>
          <a:p>
            <a:br/>
            <a:pPr>
              <a:defRPr sz="2000" b="1">
                <a:solidFill>
                  <a:srgbClr val="F59E0B"/>
                </a:solidFill>
              </a:defRPr>
            </a:pPr>
            <a:r>
              <a:t>Rp 350 Juta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Tagihan yang belum dibayar 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840480"/>
            <a:ext cx="237744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📦 Nilai Stok Gudang</a:t>
            </a:r>
          </a:p>
          <a:p>
            <a:br/>
            <a:pPr>
              <a:defRPr sz="2000" b="1">
                <a:solidFill>
                  <a:srgbClr val="F59E0B"/>
                </a:solidFill>
              </a:defRPr>
            </a:pPr>
            <a:r>
              <a:t>Rp 1,2 Miliar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Total aset garam di 3 gudang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3840480"/>
            <a:ext cx="237744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🏆 Produk Terlaris</a:t>
            </a:r>
          </a:p>
          <a:p>
            <a:br/>
            <a:pPr>
              <a:defRPr sz="2000" b="1">
                <a:solidFill>
                  <a:srgbClr val="F59E0B"/>
                </a:solidFill>
              </a:defRPr>
            </a:pPr>
            <a:r>
              <a:t>Garam Halus 250g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45.000 bungkus terjual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9E0B"/>
                </a:solidFill>
              </a:defRPr>
            </a:pPr>
            <a:r>
              <a:t>Perbedaan Utama: ERP vs 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493776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🏢 ERP (Operasional Bisnis)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Pengguna: Staf harian (Sales, Admin Gudang, Mandor, Kasir)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Yang diinput: Nota, faktur, surat jalan, jumlah karung garam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Fokus: Kelancaran kerja harian antar bagian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Pertanyaan: 'Barang ini dikirim ke siapa dan kapan?'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Analogi: Mesin dan roda mobil yang memutar kendaraan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737360"/>
            <a:ext cx="493776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👑 EIS (Strategi Pimpinan)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Pengguna: Pimpinan puncak (CEO, Direktur, Pemilik Usaha)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Yang dilihat: Grafik omzet, untung/rugi, status piutang, KPI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Fokus: Pengambilan keputusan dan masa depan bisnis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Pertanyaan: 'Bulan ini untung berapa? Gudang mana yang lesu?'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Analogi: Speedometer dan GPS di depan mata sopir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9E0B"/>
                </a:solidFill>
              </a:defRPr>
            </a:pPr>
            <a:r>
              <a:t>Kesimpulan Super Gampang (Ingat Mobil Ini!)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32720" cy="347472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34D399"/>
                </a:solidFill>
              </a:defRPr>
            </a:pPr>
            <a:r>
              <a:t>🚗 IBARAT SEBUAH MOBIL PERUSAHAAN:</a:t>
            </a:r>
          </a:p>
          <a:p>
            <a:br/>
            <a:pPr>
              <a:defRPr sz="2000" b="1">
                <a:solidFill>
                  <a:srgbClr val="F59E0B"/>
                </a:solidFill>
              </a:defRPr>
            </a:pPr>
            <a:r>
              <a:t>1. ERP adalah Mesin, Roda, dan Transmisi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 Bekerja keras di bawah kap agar mobil bisa bergerak maju dan tidak mogok di jalan.</a:t>
            </a:r>
          </a:p>
          <a:p>
            <a:br/>
            <a:pPr>
              <a:defRPr sz="2000" b="1">
                <a:solidFill>
                  <a:srgbClr val="38BDF8"/>
                </a:solidFill>
              </a:defRPr>
            </a:pPr>
            <a:r>
              <a:t>2. EIS adalah Speedometer, Indikator Bensin, dan Layar Dashboard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 Dilihat oleh pengemudi (Bos) agar tahu kecepatan mobil dan kapan harus isi bensin!</a:t>
            </a:r>
          </a:p>
          <a:p>
            <a:br/>
            <a:pPr>
              <a:defRPr sz="1700" b="1">
                <a:solidFill>
                  <a:srgbClr val="FDE047"/>
                </a:solidFill>
              </a:defRPr>
            </a:pPr>
            <a:r>
              <a:t>🤝 Keduanya saling membutuhkan: EIS tidak ada gunanya tanpa data dari ERP!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